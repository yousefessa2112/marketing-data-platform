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7899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Multi-Channel Marketing 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3040" y="3383280"/>
            <a:ext cx="94183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FFA62B"/>
                </a:solidFill>
                <a:latin typeface="Calibri"/>
              </a:defRPr>
            </a:pPr>
            <a:r>
              <a:t>From raw campaign data to SQL insights and an interactive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What this project is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86AD"/>
                </a:solidFill>
                <a:latin typeface="Calibri"/>
              </a:defRPr>
            </a:pPr>
            <a:r>
              <a:t>Objective and problem 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242E42"/>
                </a:solidFill>
                <a:latin typeface="Calibri"/>
              </a:defRPr>
            </a:pPr>
            <a:r>
              <a:t>Marketing teams collect campaign metrics from multiple channels, but the data is often fragmented and hard to compare.</a:t>
            </a:r>
          </a:p>
          <a:p>
            <a:pPr>
              <a:defRPr sz="2000">
                <a:solidFill>
                  <a:srgbClr val="242E42"/>
                </a:solidFill>
                <a:latin typeface="Calibri"/>
              </a:defRPr>
            </a:pPr>
            <a:r>
              <a:t>This project builds one consistent pipeline that ingests campaign data, cleans it, stores it centrally, and produces analysis-ready outputs.</a:t>
            </a:r>
          </a:p>
          <a:p>
            <a:pPr>
              <a:defRPr sz="2000">
                <a:solidFill>
                  <a:srgbClr val="242E42"/>
                </a:solidFill>
                <a:latin typeface="Calibri"/>
              </a:defRPr>
            </a:pPr>
            <a:r>
              <a:t>The goal is fast, repeatable answers to budget, engagement, and efficiency questions without manual spreadsheet 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Tools used in this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Python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Orchestrates each pipeline step and automation scripts.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663440" y="1554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pandas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Cleans, validates, transforms, and enriches campaign records.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95359" y="1554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SQLite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Stores cleaned data in a lightweight, queryable database.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840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SQL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Answers business questions on cost, CTR trends, and CPA.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840480"/>
            <a:ext cx="3749039" cy="1828800"/>
          </a:xfrm>
          <a:prstGeom prst="round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000">
                <a:solidFill>
                  <a:srgbClr val="0D1B3E"/>
                </a:solidFill>
              </a:defRPr>
            </a:pPr>
            <a:r>
              <a:t>Plotly</a:t>
            </a:r>
          </a:p>
          <a:p>
            <a:pPr>
              <a:spcBef>
                <a:spcPts val="600"/>
              </a:spcBef>
              <a:defRPr sz="1300">
                <a:solidFill>
                  <a:srgbClr val="242E42"/>
                </a:solidFill>
              </a:defRPr>
            </a:pPr>
            <a:r>
              <a:t>Builds interactive KPI and trend dashboard visuals.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The data we work with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Daily performance data for 5 campaign channels: Search_Google, Social_FB, Social_IG, Display_Programmatic, Email_Newsletter.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Core fields: impressions, clicks, cost, conversions, and date.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Dataset scale: 13,288,616 impressions, 243,900 clicks, 10,896 conversions, $322,046.70 spend.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This gives enough volume to compare channel efficiency and trend behavior over time.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Pipeline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743200"/>
            <a:ext cx="2011680" cy="1097280"/>
          </a:xfrm>
          <a:prstGeom prst="roundRect">
            <a:avLst/>
          </a:prstGeom>
          <a:solidFill>
            <a:srgbClr val="0D1B3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Raw Data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69748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971800" y="2743200"/>
            <a:ext cx="2011680" cy="1097280"/>
          </a:xfrm>
          <a:prstGeom prst="roundRect">
            <a:avLst/>
          </a:prstGeom>
          <a:solidFill>
            <a:srgbClr val="0086A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Cleaning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920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03520" y="2743200"/>
            <a:ext cx="2011680" cy="1097280"/>
          </a:xfrm>
          <a:prstGeom prst="roundRect">
            <a:avLst/>
          </a:prstGeom>
          <a:solidFill>
            <a:srgbClr val="0D1B3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Database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36092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35240" y="2743200"/>
            <a:ext cx="2011680" cy="1097280"/>
          </a:xfrm>
          <a:prstGeom prst="roundRect">
            <a:avLst/>
          </a:prstGeom>
          <a:solidFill>
            <a:srgbClr val="0086A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Analysis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692640" y="3017520"/>
            <a:ext cx="502920" cy="457200"/>
          </a:xfrm>
          <a:prstGeom prst="rightArrow">
            <a:avLst/>
          </a:prstGeom>
          <a:solidFill>
            <a:srgbClr val="FFA62B"/>
          </a:solidFill>
          <a:ln>
            <a:solidFill>
              <a:srgbClr val="FFA6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66959" y="2743200"/>
            <a:ext cx="2011680" cy="1097280"/>
          </a:xfrm>
          <a:prstGeom prst="roundRect">
            <a:avLst/>
          </a:prstGeom>
          <a:solidFill>
            <a:srgbClr val="0D1B3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4389120"/>
            <a:ext cx="7406640" cy="137160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python3 scripts/run_pipeline.py</a:t>
            </a:r>
            <a:br/>
            <a:r>
              <a:t># runs: generate -&gt; clean -&gt; load -&gt; analyze -&gt;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Data cleaning and 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57784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Removed nulls and duplicates to avoid distorted metrics and double counting.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Converted date and numeric fields into consistent types for reliable analysis.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Calculated CTR = clicks/impressions, CPC = cost/clicks, CPA = cost/conversions.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CTR shows engagement, CPC shows traffic acquisition cost, CPA shows conversion efficiency.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920240"/>
            <a:ext cx="5120640" cy="210312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df['ctr'] = (df['clicks'] / df['impressions']).round(6)</a:t>
            </a:r>
            <a:br/>
            <a:r>
              <a:t>df['cpc'] = (df['cost'] / df['clicks']).round(4)</a:t>
            </a:r>
            <a:br/>
            <a:r>
              <a:t>df['cpa'] = (df['cost'] / df['conversions']).round(4)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SQLite storage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530352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Cleaned data is loaded into SQLite table: campaign_performance.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The table acts as the analytical source of truth for SQL reporting.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0" y="1645920"/>
            <a:ext cx="5852160" cy="402336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CREATE TABLE campaign_performance (</a:t>
            </a:r>
            <a:br/>
            <a:r>
              <a:t>  date TEXT,</a:t>
            </a:r>
            <a:br/>
            <a:r>
              <a:t>  campaign_id TEXT,</a:t>
            </a:r>
            <a:br/>
            <a:r>
              <a:t>  impressions INTEGER,</a:t>
            </a:r>
            <a:br/>
            <a:r>
              <a:t>  clicks INTEGER,</a:t>
            </a:r>
            <a:br/>
            <a:r>
              <a:t>  cost REAL,</a:t>
            </a:r>
            <a:br/>
            <a:r>
              <a:t>  conversions INTEGER,</a:t>
            </a:r>
            <a:br/>
            <a:r>
              <a:t>  ctr REAL,</a:t>
            </a:r>
            <a:br/>
            <a:r>
              <a:t>  cpc REAL,</a:t>
            </a:r>
            <a:br/>
            <a:r>
              <a:t>  cpa REAL</a:t>
            </a:r>
            <a:br/>
            <a:r>
              <a:t>);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SQL analysis: key business questions +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1) Which campaign has the highest total cost?  Search_Google at $164,215.96</a:t>
            </a:r>
          </a:p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2) Which campaign has the highest CTR?  Search_Google at 3.96%</a:t>
            </a:r>
          </a:p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3) How do clicks trend over time?  Daily aggregate query shows a stable, seasonal-like pattern.</a:t>
            </a:r>
          </a:p>
          <a:p>
            <a:pPr>
              <a:defRPr sz="1600">
                <a:solidFill>
                  <a:srgbClr val="242E42"/>
                </a:solidFill>
                <a:latin typeface="Calibri"/>
              </a:defRPr>
            </a:pPr>
            <a:r>
              <a:t>4) Which campaign has the lowest average CPA?  Email_Newsletter at $8.11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4572000"/>
            <a:ext cx="5486400" cy="146304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SELECT campaign_id, ROUND(SUM(cost),2) AS total_cost</a:t>
            </a:r>
            <a:br/>
            <a:r>
              <a:t>FROM campaign_performance</a:t>
            </a:r>
            <a:br/>
            <a:r>
              <a:t>GROUP BY campaign_id</a:t>
            </a:r>
            <a:br/>
            <a:r>
              <a:t>ORDER BY total_cost DESC;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4572000"/>
            <a:ext cx="5120640" cy="146304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SELECT campaign_id, ROUND(AVG(cpa),2) AS avg_cpa</a:t>
            </a:r>
            <a:br/>
            <a:r>
              <a:t>FROM campaign_performance</a:t>
            </a:r>
            <a:br/>
            <a:r>
              <a:t>GROUP BY campaign_id</a:t>
            </a:r>
            <a:br/>
            <a:r>
              <a:t>ORDER BY avg_cpa ASC;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Interactive dashboard output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67665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KPI cards: Average CTR and Average CPA for quick executive visibility.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Line chart: total clicks by date to monitor trend movement.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Bar chart: campaign cost comparison to highlight budget concentration.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Delivered as HTML via Plotly for interactive exploration and filtering.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7406640" y="1828800"/>
            <a:ext cx="4389120" cy="3566160"/>
          </a:xfrm>
          <a:prstGeom prst="rect">
            <a:avLst/>
          </a:prstGeom>
          <a:solidFill>
            <a:srgbClr val="F5F8FC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0D1B3E"/>
                </a:solidFill>
              </a:defRPr>
            </a:pPr>
            <a:r>
              <a:t>Dashboard</a:t>
            </a:r>
            <a:br/>
            <a:br/>
            <a:r>
              <a:t>- Avg CTR card</a:t>
            </a:r>
            <a:br/>
            <a:r>
              <a:t>- Avg CPA card</a:t>
            </a:r>
            <a:br/>
            <a:r>
              <a:t>- Clicks trend line</a:t>
            </a:r>
            <a:br/>
            <a:r>
              <a:t>- Campaign cost 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Pipeline automation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One command executes every stage end-to-end, from data generation to dashboard output.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This makes the workflow repeatable, fast to demo, and simple to maintain.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Each step is modular (generate, clean, load, analyze, visualize) for easy extension.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3657600"/>
            <a:ext cx="8503920" cy="2103120"/>
          </a:xfrm>
          <a:prstGeom prst="roundRect">
            <a:avLst/>
          </a:prstGeom>
          <a:solidFill>
            <a:srgbClr val="1A2334"/>
          </a:solidFill>
          <a:ln>
            <a:solidFill>
              <a:srgbClr val="0086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  <a:latin typeface="Consolas"/>
              </a:defRPr>
            </a:pPr>
            <a:r>
              <a:t>python3 scripts/run_pipeline.py</a:t>
            </a:r>
            <a:br/>
            <a:br/>
            <a:r>
              <a:t># executes:</a:t>
            </a:r>
            <a:br/>
            <a:r>
              <a:t># generate_data.py -&gt; clean_data.py -&gt; load_data.py</a:t>
            </a:r>
            <a:br/>
            <a:r>
              <a:t># -&gt; run_analysis.py -&gt; generate_dashboard.py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D1B3E"/>
                </a:solidFill>
                <a:latin typeface="Calibri"/>
              </a:defRPr>
            </a:pPr>
            <a:r>
              <a:t>Key insights from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9728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Search_Google drives the largest spend and strongest CTR, making it a high-volume performance engine.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Email_Newsletter delivers the most efficient acquisition cost (lowest CPA), indicating high conversion efficiency.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Display_Programmatic has the weakest CTR and highest CPA, suggesting creative or targeting optimization is needed.</a:t>
            </a:r>
          </a:p>
          <a:p>
            <a:pPr>
              <a:defRPr sz="1800">
                <a:solidFill>
                  <a:srgbClr val="242E42"/>
                </a:solidFill>
                <a:latin typeface="Calibri"/>
              </a:defRPr>
            </a:pPr>
            <a:r>
              <a:t>Cross-channel visibility helps rebalance budget toward both scale (Search) and efficiency (Email).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Summary &amp;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698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  <a:latin typeface="Calibri"/>
              </a:defRPr>
            </a:pPr>
            <a:r>
              <a:t>Reliable pipeline, clear metrics, actionable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9728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242E42"/>
                </a:solidFill>
                <a:latin typeface="Calibri"/>
              </a:defRPr>
            </a:pPr>
            <a:r>
              <a:t>This project demonstrates a complete marketing analytics flow from ingestion to decision-ready dashboarding.</a:t>
            </a:r>
          </a:p>
          <a:p>
            <a:pPr>
              <a:defRPr sz="1900">
                <a:solidFill>
                  <a:srgbClr val="242E42"/>
                </a:solidFill>
                <a:latin typeface="Calibri"/>
              </a:defRPr>
            </a:pPr>
            <a:r>
              <a:t>The same architecture can be scaled to real ad platform exports and scheduled production runs.</a:t>
            </a:r>
          </a:p>
          <a:p>
            <a:pPr>
              <a:defRPr sz="1900">
                <a:solidFill>
                  <a:srgbClr val="242E42"/>
                </a:solidFill>
                <a:latin typeface="Calibri"/>
              </a:defRPr>
            </a:pPr>
            <a:r>
              <a:t>Outcome: cleaner reporting, faster analysis, and better budget decisions across channels.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